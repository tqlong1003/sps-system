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5F39-A8B8-4364-8753-65FFF8EAAA10}" type="datetimeFigureOut">
              <a:rPr lang="en-US" smtClean="0"/>
              <a:t>18/6/2026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730F-E2FF-4BA6-BD8E-494D683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92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5F39-A8B8-4364-8753-65FFF8EAAA10}" type="datetimeFigureOut">
              <a:rPr lang="en-US" smtClean="0"/>
              <a:t>18/6/2026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730F-E2FF-4BA6-BD8E-494D683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16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5F39-A8B8-4364-8753-65FFF8EAAA10}" type="datetimeFigureOut">
              <a:rPr lang="en-US" smtClean="0"/>
              <a:t>18/6/2026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730F-E2FF-4BA6-BD8E-494D683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17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5F39-A8B8-4364-8753-65FFF8EAAA10}" type="datetimeFigureOut">
              <a:rPr lang="en-US" smtClean="0"/>
              <a:t>18/6/2026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730F-E2FF-4BA6-BD8E-494D683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337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5F39-A8B8-4364-8753-65FFF8EAAA10}" type="datetimeFigureOut">
              <a:rPr lang="en-US" smtClean="0"/>
              <a:t>18/6/2026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730F-E2FF-4BA6-BD8E-494D683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5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5F39-A8B8-4364-8753-65FFF8EAAA10}" type="datetimeFigureOut">
              <a:rPr lang="en-US" smtClean="0"/>
              <a:t>18/6/2026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730F-E2FF-4BA6-BD8E-494D683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5F39-A8B8-4364-8753-65FFF8EAAA10}" type="datetimeFigureOut">
              <a:rPr lang="en-US" smtClean="0"/>
              <a:t>18/6/2026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730F-E2FF-4BA6-BD8E-494D683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65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5F39-A8B8-4364-8753-65FFF8EAAA10}" type="datetimeFigureOut">
              <a:rPr lang="en-US" smtClean="0"/>
              <a:t>18/6/2026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730F-E2FF-4BA6-BD8E-494D683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14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5F39-A8B8-4364-8753-65FFF8EAAA10}" type="datetimeFigureOut">
              <a:rPr lang="en-US" smtClean="0"/>
              <a:t>18/6/2026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730F-E2FF-4BA6-BD8E-494D683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583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5F39-A8B8-4364-8753-65FFF8EAAA10}" type="datetimeFigureOut">
              <a:rPr lang="en-US" smtClean="0"/>
              <a:t>18/6/2026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730F-E2FF-4BA6-BD8E-494D683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4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45F39-A8B8-4364-8753-65FFF8EAAA10}" type="datetimeFigureOut">
              <a:rPr lang="en-US" smtClean="0"/>
              <a:t>18/6/2026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730F-E2FF-4BA6-BD8E-494D683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1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45F39-A8B8-4364-8753-65FFF8EAAA10}" type="datetimeFigureOut">
              <a:rPr lang="en-US" smtClean="0"/>
              <a:t>18/6/2026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730F-E2FF-4BA6-BD8E-494D683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6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smtClean="0"/>
              <a:t>ưeqweq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08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ưeqweq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ưeqweq</dc:title>
  <dc:creator>Admin</dc:creator>
  <cp:lastModifiedBy>Admin</cp:lastModifiedBy>
  <cp:revision>1</cp:revision>
  <dcterms:created xsi:type="dcterms:W3CDTF">2026-06-18T08:17:13Z</dcterms:created>
  <dcterms:modified xsi:type="dcterms:W3CDTF">2026-06-18T08:17:25Z</dcterms:modified>
</cp:coreProperties>
</file>